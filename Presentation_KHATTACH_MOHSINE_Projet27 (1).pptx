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47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: Introduction à l'IA et ML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" y="658368"/>
            <a:ext cx="7315200" cy="2926080"/>
          </a:xfrm>
          <a:prstGeom prst="rect">
            <a:avLst/>
          </a:prstGeom>
          <a:solidFill>
            <a:srgbClr val="1D417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89611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Intelligent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d'Aide au Recrutement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0" y="2423160"/>
            <a:ext cx="2743200" cy="274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4203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Machine Learning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KHATTACH MOHSINE  —  Projet N°27</a:t>
            </a:r>
            <a:r>
              <a:rPr lang="en-US" sz="1000" dirty="0">
                <a:solidFill>
                  <a:srgbClr val="3B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000" b="1" dirty="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Mohammed AIT DAOUD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: Technicien Spécialisé  —  Développement Informatique  —  2ème année  —  2025/2026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 &amp; Objectif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43000" y="1627632"/>
            <a:ext cx="1097280" cy="365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24140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manuelle chronophage, sujette à des biais cognitifs. Trop de candidatures, pas assez de temps RH.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069080" y="1627632"/>
            <a:ext cx="1097280" cy="365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0712" y="2212848"/>
            <a:ext cx="24140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automatiquement si un candidat doit être recruté, à partir de son profil, scores et expérience.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995160" y="1627632"/>
            <a:ext cx="1097280" cy="365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L'apport 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36792" y="2212848"/>
            <a:ext cx="24140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corrélations complexes et émettre une recommandation binaire avec un niveau de confiance.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914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KHATTACH MOHSINE  —  Projet N°27  —  2025/2026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0" y="47914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2560320" cy="10515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841248"/>
            <a:ext cx="2560320" cy="10515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8961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841248"/>
            <a:ext cx="2560320" cy="10515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8961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recrutement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explicatives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50592"/>
          <a:ext cx="8412480" cy="186537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/ Gender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 et genre du candidat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26–60 ans  |  0=F, 1=H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d'études marocain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1=Bac  2=Licence  3=Master  4=Doctorat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ExperienceYears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Années d'expérience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 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InterviewScore / SkillScore / PersonalityScore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d'évaluation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 chacun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56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HiringDecision  [CIBLE]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 finale de recrutement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Non recruté  |  1 = Recruté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2450592"/>
            <a:ext cx="8412480" cy="310896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468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24688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0" y="24688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7914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KHATTACH MOHSINE  —  Projet N°27  —  2025/2026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46720" y="47914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des données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5" name="Image 0" descr="/mnt/user-data/uploads/1775253590388_boxplot_interview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77824"/>
            <a:ext cx="4023360" cy="2706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36393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d'entretien selon la décision (médiane : 48 vs 62)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63440" y="804672"/>
            <a:ext cx="4206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8" name="Image 1" descr="/mnt/user-data/uploads/taux_recrutement_edu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77824"/>
            <a:ext cx="4023360" cy="2706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6393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recrutement croissant avec le niveau d'études (Bac 22.8% → Doctorat 56.6%)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47914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KHATTACH MOHSINE  —  Projet N°27  —  2025/2026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046720" y="47914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&amp; Résultats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54864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supervisée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 (1 035 vs 465)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 / 20  —  random_state=42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modèles comparés :</a:t>
            </a:r>
            <a:endParaRPr lang="en-US" sz="1050" dirty="0"/>
          </a:p>
          <a:p>
            <a:pPr marL="685800" lvl="1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050" dirty="0"/>
          </a:p>
          <a:p>
            <a:pPr marL="685800" lvl="1" indent="-342900">
              <a:buSzPct val="100000"/>
              <a:buChar char="•"/>
            </a:pPr>
            <a:r>
              <a:rPr lang="en-US" sz="10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 ✓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17190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79.6 %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7960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 0.7081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420624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468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✓  SÉLECTIONNÉ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93.67 %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3310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2084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0.8834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3310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7914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KHATTACH MOHSINE  —  Projet N°27  —  2025/2026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046720" y="47914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Streamlit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014984"/>
            <a:ext cx="548640" cy="54864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149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978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89304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PDF ou DOCX — pré-remplissage automatique des champs (nom, âge, expérience, scores)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13055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2276856"/>
            <a:ext cx="548640" cy="54864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276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55117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ou vérification du profil candidat via sliders et menus déroulants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392424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3538728"/>
            <a:ext cx="548640" cy="54864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38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502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81304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Recommandé ou ❌ Non recommandé + % de confiance + graphique de probabilités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804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804672"/>
            <a:ext cx="54864" cy="2743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207008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36592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0368" y="12984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candidat isolée du profil 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865376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36592" y="1911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30368" y="19568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Encodages techniques masqués à l'utilisateur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523744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2569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30368" y="26151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 + st.progress pour les probabilités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82112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36592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30368" y="32735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dans un Expander rétractable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840480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36592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30368" y="39319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 neutre — basé sur les compétences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7914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KHATTACH MOHSINE  —  Projet N°27  —  2025/2026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0" y="47914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1143000"/>
            <a:ext cx="2194560" cy="365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4023360" cy="1463040"/>
          </a:xfrm>
          <a:prstGeom prst="rect">
            <a:avLst/>
          </a:prstGeom>
          <a:solidFill>
            <a:srgbClr val="1D417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Données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candidatures  |  11 variables  |  données propres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1463040"/>
          </a:xfrm>
          <a:prstGeom prst="rect">
            <a:avLst/>
          </a:prstGeom>
          <a:solidFill>
            <a:srgbClr val="1D417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Modèle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3852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Accuracy 93.67 %  |  F1-Score 0.88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023360" cy="1463040"/>
          </a:xfrm>
          <a:prstGeom prst="rect">
            <a:avLst/>
          </a:prstGeom>
          <a:solidFill>
            <a:srgbClr val="1D417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Import CV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8444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PDF/DOCX — pré-remplissage automatique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023360" cy="1463040"/>
          </a:xfrm>
          <a:prstGeom prst="rect">
            <a:avLst/>
          </a:prstGeom>
          <a:solidFill>
            <a:srgbClr val="1D417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58444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UX-friendly, éthique et fonctionnelle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7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KHATTACH MOHSINE  —  Projet N°27  —  Pr. Mohammed AIT DAOUD  —  2025/2026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On-screen Show (16:9)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Outil Intelligent d'Aide au Recrutement</dc:title>
  <dc:subject>PptxGenJS Presentation</dc:subject>
  <dc:creator>KHATTACH MOHSINE</dc:creator>
  <cp:lastModifiedBy>Mohsine Khattach</cp:lastModifiedBy>
  <cp:revision>2</cp:revision>
  <dcterms:created xsi:type="dcterms:W3CDTF">2026-04-04T17:31:52Z</dcterms:created>
  <dcterms:modified xsi:type="dcterms:W3CDTF">2026-04-04T20:34:47Z</dcterms:modified>
</cp:coreProperties>
</file>